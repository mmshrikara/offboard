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C8291-E408-4650-A3C1-DC9A947B0D71}" v="1" dt="2024-06-18T04:26:22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., M M Srikara" userId="40b28676-33cb-463a-9acc-9287dcc91529" providerId="ADAL" clId="{3F9C8291-E408-4650-A3C1-DC9A947B0D71}"/>
    <pc:docChg chg="custSel addSld delSld modSld">
      <pc:chgData name="., M M Srikara" userId="40b28676-33cb-463a-9acc-9287dcc91529" providerId="ADAL" clId="{3F9C8291-E408-4650-A3C1-DC9A947B0D71}" dt="2024-06-18T07:03:02.977" v="38" actId="2696"/>
      <pc:docMkLst>
        <pc:docMk/>
      </pc:docMkLst>
      <pc:sldChg chg="addSp modSp add mod">
        <pc:chgData name="., M M Srikara" userId="40b28676-33cb-463a-9acc-9287dcc91529" providerId="ADAL" clId="{3F9C8291-E408-4650-A3C1-DC9A947B0D71}" dt="2024-06-18T04:26:46.331" v="29" actId="1076"/>
        <pc:sldMkLst>
          <pc:docMk/>
          <pc:sldMk cId="3781908893" sldId="257"/>
        </pc:sldMkLst>
        <pc:spChg chg="add mod">
          <ac:chgData name="., M M Srikara" userId="40b28676-33cb-463a-9acc-9287dcc91529" providerId="ADAL" clId="{3F9C8291-E408-4650-A3C1-DC9A947B0D71}" dt="2024-06-18T04:26:46.331" v="29" actId="1076"/>
          <ac:spMkLst>
            <pc:docMk/>
            <pc:sldMk cId="3781908893" sldId="257"/>
            <ac:spMk id="2" creationId="{B8E9BBFF-80AE-7593-0CAF-B8E7654DC349}"/>
          </ac:spMkLst>
        </pc:spChg>
        <pc:picChg chg="mod">
          <ac:chgData name="., M M Srikara" userId="40b28676-33cb-463a-9acc-9287dcc91529" providerId="ADAL" clId="{3F9C8291-E408-4650-A3C1-DC9A947B0D71}" dt="2024-06-18T04:26:06.270" v="1" actId="14826"/>
          <ac:picMkLst>
            <pc:docMk/>
            <pc:sldMk cId="3781908893" sldId="257"/>
            <ac:picMk id="5" creationId="{F6DB10F8-79C8-343B-E25A-E0C3F575FB76}"/>
          </ac:picMkLst>
        </pc:picChg>
      </pc:sldChg>
      <pc:sldChg chg="delSp modSp add mod">
        <pc:chgData name="., M M Srikara" userId="40b28676-33cb-463a-9acc-9287dcc91529" providerId="ADAL" clId="{3F9C8291-E408-4650-A3C1-DC9A947B0D71}" dt="2024-06-18T04:27:09.199" v="34"/>
        <pc:sldMkLst>
          <pc:docMk/>
          <pc:sldMk cId="3830307560" sldId="258"/>
        </pc:sldMkLst>
        <pc:spChg chg="del mod">
          <ac:chgData name="., M M Srikara" userId="40b28676-33cb-463a-9acc-9287dcc91529" providerId="ADAL" clId="{3F9C8291-E408-4650-A3C1-DC9A947B0D71}" dt="2024-06-18T04:27:09.199" v="34"/>
          <ac:spMkLst>
            <pc:docMk/>
            <pc:sldMk cId="3830307560" sldId="258"/>
            <ac:spMk id="2" creationId="{B8E9BBFF-80AE-7593-0CAF-B8E7654DC349}"/>
          </ac:spMkLst>
        </pc:spChg>
        <pc:picChg chg="del">
          <ac:chgData name="., M M Srikara" userId="40b28676-33cb-463a-9acc-9287dcc91529" providerId="ADAL" clId="{3F9C8291-E408-4650-A3C1-DC9A947B0D71}" dt="2024-06-18T04:27:01.099" v="31" actId="478"/>
          <ac:picMkLst>
            <pc:docMk/>
            <pc:sldMk cId="3830307560" sldId="258"/>
            <ac:picMk id="5" creationId="{F6DB10F8-79C8-343B-E25A-E0C3F575FB76}"/>
          </ac:picMkLst>
        </pc:picChg>
      </pc:sldChg>
      <pc:sldChg chg="delSp new del mod">
        <pc:chgData name="., M M Srikara" userId="40b28676-33cb-463a-9acc-9287dcc91529" providerId="ADAL" clId="{3F9C8291-E408-4650-A3C1-DC9A947B0D71}" dt="2024-06-18T07:03:02.977" v="38" actId="2696"/>
        <pc:sldMkLst>
          <pc:docMk/>
          <pc:sldMk cId="98979004" sldId="259"/>
        </pc:sldMkLst>
        <pc:spChg chg="del">
          <ac:chgData name="., M M Srikara" userId="40b28676-33cb-463a-9acc-9287dcc91529" providerId="ADAL" clId="{3F9C8291-E408-4650-A3C1-DC9A947B0D71}" dt="2024-06-18T07:02:50.544" v="36" actId="478"/>
          <ac:spMkLst>
            <pc:docMk/>
            <pc:sldMk cId="98979004" sldId="259"/>
            <ac:spMk id="2" creationId="{E1EA4855-ABFD-55EB-72A8-EAB4B3E4C881}"/>
          </ac:spMkLst>
        </pc:spChg>
        <pc:spChg chg="del">
          <ac:chgData name="., M M Srikara" userId="40b28676-33cb-463a-9acc-9287dcc91529" providerId="ADAL" clId="{3F9C8291-E408-4650-A3C1-DC9A947B0D71}" dt="2024-06-18T07:02:54.660" v="37" actId="478"/>
          <ac:spMkLst>
            <pc:docMk/>
            <pc:sldMk cId="98979004" sldId="259"/>
            <ac:spMk id="3" creationId="{AF38EE80-CBF8-031B-9586-AD25FAB3AA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9B84-6ED4-7842-472B-D7EDBAE8B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43472-795D-13F0-46CE-75F8A869D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497A8-A2FD-05A6-6FB7-BC57D2A8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BE902-36D9-2F6D-DE90-B6B91D77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841F0-68C6-F16F-762B-003ED29B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0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165B-77D4-0757-C025-B8EB7F46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B4FD6-73BE-6043-282E-AB393128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00657-03D5-BADE-8A4E-CDC74502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35C46-3423-DAC1-0229-CCC9E0A7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3F115-AF53-C6A3-5430-1ED7F05F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83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00C4-308A-DE87-ADB1-33242CD6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EDC2A-BAE6-ED69-97D2-F23F45E46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8E54E-8FAD-F689-C72E-49A47C52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F1CCA-3313-3AA3-48CA-5EAF60A2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06577-9948-A551-E014-F3FA8104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16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48B5-290B-8162-4046-31DA17BA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DA0B8-6741-B243-89B0-F57D6CDA7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51293-41DD-657A-A6D4-0F6BC376B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40BBF-AD11-5320-8418-C6681021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72DDA-0640-1CC2-67D0-C3220348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83E9D-25F6-B514-4ED6-FB6E6C13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35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EDB0-DE85-798F-97E8-2F1FDFC6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215D2-A819-053A-B88B-296535B6B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70979-C466-0421-335C-4EAB9C5BE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1C9A0-DF24-96EA-48BF-230DF356C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D6B99-7735-B710-976A-9A648B145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7C79D-6CDD-1550-2183-458EDDF3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8E75B7-DAC2-8D08-B22B-DD62B07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4B0CF-2967-E536-13CA-B0A3D691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3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5092-2CF2-3908-6431-B7F798B2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BE8AD-F97A-4FD6-84B9-4385D0D1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3294E-DCAD-5C75-BCE8-792CD18D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DACE9-6F17-77A9-62B7-7167D201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32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A554E-A859-FFE5-E48D-37914631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52BB2-DD38-2C67-86BB-75903C94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D02B4-CC8F-A1A6-44B5-499BEF24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39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9CF1-B4A0-D32A-64F6-372AA428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A65B-C2CB-868D-F53A-0DD0F62E9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16B2A-26A1-A36C-15F4-4A2F65135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636D9-A2A5-D278-0334-F6C068BD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0C627-A429-665F-9503-A3D4D1E2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8A160-DC15-D9F5-EC75-F147E0F4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53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A3A5-DEE3-AC3B-5A8C-860223E4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62C44E-5DB0-8C91-DCAD-81FAFD35A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EDC78-9243-D18C-C6CB-21E51E494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17621-66E8-91BF-4421-A1D3864F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9755A-9DA3-45D5-E99B-73E83EF6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BDC27-0B1F-0A9A-E53A-17A9A58C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1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8695-F76A-8ED3-E724-53A42999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9135E-A3EA-14FD-B769-74578F556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14D45-CD2E-68D2-3830-3847F808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F37A6-4965-185B-F903-16D033E1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B8ADE-FFBC-0448-3203-F3A445AC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61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04CEF-8724-68A3-C785-18D1D1C0E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158B2-F3F9-C77B-0006-3CCEFB36F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E75F3-EA48-37D1-A4DA-AF99A859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9569-F45C-F74C-F3D0-76037C095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F344-86C3-4351-DFF6-52A81E99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16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7CED8-5D33-C19F-D779-5FB41A48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05FCC-97CB-4B47-F4D2-3388650E2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51EDD-53D7-A42E-8B46-E441203AC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2EEF5-6219-439F-A60C-A0ECF6462803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90C2-6D3A-8324-E333-E8C040F92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2E0FC-421A-921C-06C1-13F52CF93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CF594-6430-4B45-8B79-B4D8A9C3F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7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B10F8-79C8-343B-E25A-E0C3F575F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46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B10F8-79C8-343B-E25A-E0C3F575F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426" y="643467"/>
            <a:ext cx="999514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E9BBFF-80AE-7593-0CAF-B8E7654DC349}"/>
              </a:ext>
            </a:extLst>
          </p:cNvPr>
          <p:cNvSpPr txBox="1"/>
          <p:nvPr/>
        </p:nvSpPr>
        <p:spPr>
          <a:xfrm>
            <a:off x="4964022" y="362056"/>
            <a:ext cx="226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SPRINGBOOT</a:t>
            </a:r>
            <a:r>
              <a:rPr lang="en-US" dirty="0"/>
              <a:t> - 3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90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., M M Srikara</dc:creator>
  <cp:lastModifiedBy>., M M Srikara</cp:lastModifiedBy>
  <cp:revision>1</cp:revision>
  <dcterms:created xsi:type="dcterms:W3CDTF">2024-06-06T09:34:56Z</dcterms:created>
  <dcterms:modified xsi:type="dcterms:W3CDTF">2024-06-18T07:03:06Z</dcterms:modified>
</cp:coreProperties>
</file>